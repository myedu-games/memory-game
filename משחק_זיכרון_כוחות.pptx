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myedu-games.github.io/memory-gam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משחק זיכרון - כוחות 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לחצו על מספר כדי לראות מה מאחוריו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לחצו "חזרה ללוח" כדי לסגור את הקלף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מצאו את כל 5 הזוגות!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200400" y="5029200"/>
            <a:ext cx="5486400" cy="822960"/>
          </a:xfrm>
          <a:prstGeom prst="roundRect">
            <a:avLst/>
          </a:prstGeom>
          <a:solidFill>
            <a:srgbClr val="4A5AC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▶ התחילו לשחק!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3657600" y="5943600"/>
            <a:ext cx="4572000" cy="6400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🌐 גרסה אינטרנטית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לחצו על קלף! 🔍</a:t>
            </a:r>
          </a:p>
        </p:txBody>
      </p:sp>
      <p:sp>
        <p:nvSpPr>
          <p:cNvPr id="3" name="Rounded Rectangle 2">
            <a:hlinkClick r:id="rId2" action="ppaction://hlinksldjump"/>
          </p:cNvPr>
          <p:cNvSpPr/>
          <p:nvPr/>
        </p:nvSpPr>
        <p:spPr>
          <a:xfrm>
            <a:off x="502920" y="59436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2743200" y="59436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4983480" y="59436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7223760" y="59436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464040" y="59436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502920" y="338328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2743200" y="338328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Rounded Rectangle 9">
            <a:hlinkClick r:id="rId9" action="ppaction://hlinksldjump"/>
          </p:cNvPr>
          <p:cNvSpPr/>
          <p:nvPr/>
        </p:nvSpPr>
        <p:spPr>
          <a:xfrm>
            <a:off x="4983480" y="338328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" name="Rounded Rectangle 10">
            <a:hlinkClick r:id="rId10" action="ppaction://hlinksldjump"/>
          </p:cNvPr>
          <p:cNvSpPr/>
          <p:nvPr/>
        </p:nvSpPr>
        <p:spPr>
          <a:xfrm>
            <a:off x="7223760" y="338328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2" name="Rounded Rectangle 11">
            <a:hlinkClick r:id="rId11" action="ppaction://hlinksldjump"/>
          </p:cNvPr>
          <p:cNvSpPr/>
          <p:nvPr/>
        </p:nvSpPr>
        <p:spPr>
          <a:xfrm>
            <a:off x="9464040" y="3383280"/>
            <a:ext cx="2011680" cy="25603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Rounded Rectangle 12">
            <a:hlinkClick r:id="rId12" action="ppaction://hlinksldjump"/>
          </p:cNvPr>
          <p:cNvSpPr/>
          <p:nvPr/>
        </p:nvSpPr>
        <p:spPr>
          <a:xfrm>
            <a:off x="4114800" y="6035040"/>
            <a:ext cx="3657600" cy="6400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🎉 מצאנו הכל!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1: הכוח להקשיב</a:t>
            </a:r>
          </a:p>
        </p:txBody>
      </p:sp>
      <p:pic>
        <p:nvPicPr>
          <p:cNvPr id="3" name="Picture 2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2: הכוח להסביר במילים</a:t>
            </a:r>
          </a:p>
        </p:txBody>
      </p:sp>
      <p:pic>
        <p:nvPicPr>
          <p:cNvPr id="3" name="Picture 2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3: הכוח להקשיב</a:t>
            </a:r>
          </a:p>
        </p:txBody>
      </p:sp>
      <p:pic>
        <p:nvPicPr>
          <p:cNvPr id="3" name="Picture 2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4: הכוח להסביר במילים</a:t>
            </a:r>
          </a:p>
        </p:txBody>
      </p:sp>
      <p:pic>
        <p:nvPicPr>
          <p:cNvPr id="3" name="Picture 2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5: הכוח לדבר</a:t>
            </a:r>
          </a:p>
        </p:txBody>
      </p:sp>
      <p:pic>
        <p:nvPicPr>
          <p:cNvPr id="3" name="Picture 2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6: הכוח לעצור</a:t>
            </a:r>
          </a:p>
        </p:txBody>
      </p:sp>
      <p:pic>
        <p:nvPicPr>
          <p:cNvPr id="3" name="Picture 2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7: הכוח לכבד את האחר</a:t>
            </a:r>
          </a:p>
        </p:txBody>
      </p:sp>
      <p:pic>
        <p:nvPicPr>
          <p:cNvPr id="3" name="Picture 2" descr="im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8: הכוח לכבד את האחר</a:t>
            </a:r>
          </a:p>
        </p:txBody>
      </p:sp>
      <p:pic>
        <p:nvPicPr>
          <p:cNvPr id="3" name="Picture 2" descr="im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9: הכוח לדבר</a:t>
            </a:r>
          </a:p>
        </p:txBody>
      </p:sp>
      <p:pic>
        <p:nvPicPr>
          <p:cNvPr id="3" name="Picture 2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A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קלף 10: הכוח לעצור</a:t>
            </a:r>
          </a:p>
        </p:txBody>
      </p:sp>
      <p:pic>
        <p:nvPicPr>
          <p:cNvPr id="3" name="Picture 2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3931920"/>
          </a:xfrm>
          <a:prstGeom prst="rect">
            <a:avLst/>
          </a:prstGeom>
        </p:spPr>
      </p:pic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3657600" y="5212080"/>
            <a:ext cx="4572000" cy="9144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⬅ חזרה ללוח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כל הכבוד! 🎉 מצאתם את כל הכוחות! ⭐⭐⭐</a:t>
            </a:r>
          </a:p>
        </p:txBody>
      </p:sp>
      <p:pic>
        <p:nvPicPr>
          <p:cNvPr id="3" name="Picture 2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657600" cy="2194560"/>
          </a:xfrm>
          <a:prstGeom prst="rect">
            <a:avLst/>
          </a:prstGeom>
        </p:spPr>
      </p:pic>
      <p:pic>
        <p:nvPicPr>
          <p:cNvPr id="4" name="Picture 3" descr="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3657600" cy="2194560"/>
          </a:xfrm>
          <a:prstGeom prst="rect">
            <a:avLst/>
          </a:prstGeom>
        </p:spPr>
      </p:pic>
      <p:pic>
        <p:nvPicPr>
          <p:cNvPr id="5" name="Picture 4" descr="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914400"/>
            <a:ext cx="3657600" cy="2194560"/>
          </a:xfrm>
          <a:prstGeom prst="rect">
            <a:avLst/>
          </a:prstGeom>
        </p:spPr>
      </p:pic>
      <p:pic>
        <p:nvPicPr>
          <p:cNvPr id="6" name="Picture 5" descr="ima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474720"/>
            <a:ext cx="3657600" cy="2194560"/>
          </a:xfrm>
          <a:prstGeom prst="rect">
            <a:avLst/>
          </a:prstGeom>
        </p:spPr>
      </p:pic>
      <p:pic>
        <p:nvPicPr>
          <p:cNvPr id="7" name="Picture 6" descr="imag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474720"/>
            <a:ext cx="3657600" cy="2194560"/>
          </a:xfrm>
          <a:prstGeom prst="rect">
            <a:avLst/>
          </a:prstGeom>
        </p:spPr>
      </p:pic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4114800" y="5852160"/>
            <a:ext cx="3657600" cy="731520"/>
          </a:xfrm>
          <a:prstGeom prst="roundRect">
            <a:avLst/>
          </a:prstGeom>
          <a:solidFill>
            <a:srgbClr val="FF6F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🔄 שחק שוב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